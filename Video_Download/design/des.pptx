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D1AB6-DBD8-6955-8D12-65FEE5B0D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D77F5-A07D-795B-6DDD-2F46E5AFA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9531D-7F6F-3EA1-97E9-A231D899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4C4B0-CA3E-4A7F-A025-471DF9792EA5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0746C-6895-F0CE-1C5D-FFA6AFCF9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24977-D348-8038-F9FC-1E8E53EF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1010-99F2-4F5F-8AA5-6D6C4165E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6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FA4C1-72C5-F01A-9B20-98C970D8F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FDC2A-CF2E-75B0-EDDE-FD144DBC2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53D7B-9A81-21A6-A5D9-DF14D379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4C4B0-CA3E-4A7F-A025-471DF9792EA5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E7A10-619E-A28F-E2DB-9A489FE64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C4AC9-92B4-5455-0EF0-AC1FDB6F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1010-99F2-4F5F-8AA5-6D6C4165E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87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CAC2-0710-0F3E-3E61-29797384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5C52B-C617-A702-94C3-DE90912E6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7A469-3AB1-6F5A-09A9-DAD366EE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4C4B0-CA3E-4A7F-A025-471DF9792EA5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D5E8A-92B0-B80B-CD58-855CEF183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0FE4-64CF-CDBA-1362-4BD2D070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1010-99F2-4F5F-8AA5-6D6C4165E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99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604CD-A2E7-1028-E55B-F477A690E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D1A98-2F51-C0DC-69C5-E03B5DAD5F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10CE8-18F2-C0E5-B076-FA84016F8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C02FA-A102-2F19-BB6D-B3776FD2B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4C4B0-CA3E-4A7F-A025-471DF9792EA5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EA2AB-4E05-E06E-AC30-5A2E5DF76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87258-B0D5-F36B-A887-A4D8F134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1010-99F2-4F5F-8AA5-6D6C4165E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9F24F-7B2E-FCE0-9D2B-CA0F4738C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5431D-E061-47F9-79F9-01F983EC1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B13D6-9CD2-6E6A-B114-0BD26AC06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49FBE1-B691-B086-AD43-554DBBF33F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876144-1CE0-FB48-C2FD-8A54D1017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A53F8C-D112-8339-9284-F363FC0C2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4C4B0-CA3E-4A7F-A025-471DF9792EA5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A79D2E-1C78-ED4B-B22E-8DD8915DF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80C3B3-516E-B770-D2C3-B59666DA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1010-99F2-4F5F-8AA5-6D6C4165E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0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4347-7521-C9A2-D9DE-F2EC994F4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E0E6DC-D8D0-4D3A-2DF1-EFF8C516D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4C4B0-CA3E-4A7F-A025-471DF9792EA5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8EB57-1FA2-E569-EDB7-1F690F60C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92F5D-C8CF-DA1B-116A-B451E152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1010-99F2-4F5F-8AA5-6D6C4165E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28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8FA565-9436-4BBD-5F7A-1DE2DB18D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4C4B0-CA3E-4A7F-A025-471DF9792EA5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78343-DF81-F5CC-4DFB-C274C646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31740-ED09-683F-EDD3-A5F658D9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1010-99F2-4F5F-8AA5-6D6C4165E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30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78138-9B2F-84EB-F326-67F5C5B2D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AEF76-AC43-4526-F594-5DFD21AF4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0358F-FEC2-4EC3-ACC6-2D2F4C069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C685C-98A7-EE6F-B7DA-193498D58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4C4B0-CA3E-4A7F-A025-471DF9792EA5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1AF62-A227-52BD-D156-89EAE82F4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0FEF8-CE86-1B80-8EB7-C79F4719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1010-99F2-4F5F-8AA5-6D6C4165E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5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6B103-4CA9-C41E-160C-723CF7E79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8123AA-E176-64E5-1E34-F99617CD62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724AE-9F4B-08BC-F875-600EA7FA0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A2D07-9E3B-5FC0-76B6-2ECB8A1DF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4C4B0-CA3E-4A7F-A025-471DF9792EA5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FD794-81FC-A4F4-6220-1AC6E3F92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A0574-E2C6-C2BE-C68D-340969366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1010-99F2-4F5F-8AA5-6D6C4165E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74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0330-5BBF-30DA-AF74-8D680881A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1343C-D883-41EC-96F6-28811BBCA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5E24-88FC-3FD9-CC64-43E8AF686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4C4B0-CA3E-4A7F-A025-471DF9792EA5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D4CDE-B639-87BA-73F3-4D0404989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C9A99-DEED-BF78-E126-034C852B8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1010-99F2-4F5F-8AA5-6D6C4165E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73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C81D53-26C8-D922-D592-96A65D9374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6F80F-2850-FA75-0C73-1ECF26BDA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1B84B-F264-D23B-66CC-6796A58D4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4C4B0-CA3E-4A7F-A025-471DF9792EA5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668C7-81F2-9022-4FF5-1C2EC485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AD726-F4DC-AFDF-DACD-7E7D6756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1010-99F2-4F5F-8AA5-6D6C4165E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0B72F7-FC43-973B-8D0E-31B4EE8C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D1192-4EDD-39A0-2A0E-9AD012284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2BE58-49EE-2C99-9CDA-6B1144C56D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4C4B0-CA3E-4A7F-A025-471DF9792EA5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84744-13B7-C351-EE45-BFB1BCC18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F8923-8FB7-45EA-B836-FDA53F27D7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F1010-99F2-4F5F-8AA5-6D6C4165E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1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F8174A-9A08-5D00-9204-8B3374C1B5E0}"/>
              </a:ext>
            </a:extLst>
          </p:cNvPr>
          <p:cNvSpPr/>
          <p:nvPr/>
        </p:nvSpPr>
        <p:spPr>
          <a:xfrm>
            <a:off x="1667435" y="802341"/>
            <a:ext cx="4428565" cy="41551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3860F9-9F3D-EC0C-80F2-CDB1DE80E1E9}"/>
              </a:ext>
            </a:extLst>
          </p:cNvPr>
          <p:cNvSpPr/>
          <p:nvPr/>
        </p:nvSpPr>
        <p:spPr>
          <a:xfrm>
            <a:off x="1667434" y="564776"/>
            <a:ext cx="4428565" cy="2375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B77B09-7538-C956-016A-CAABE88A9FEC}"/>
              </a:ext>
            </a:extLst>
          </p:cNvPr>
          <p:cNvSpPr txBox="1"/>
          <p:nvPr/>
        </p:nvSpPr>
        <p:spPr>
          <a:xfrm>
            <a:off x="1927411" y="537881"/>
            <a:ext cx="1584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Video Downloader 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AD8E6F5-F279-61FE-7E22-23832B09728B}"/>
              </a:ext>
            </a:extLst>
          </p:cNvPr>
          <p:cNvSpPr/>
          <p:nvPr/>
        </p:nvSpPr>
        <p:spPr>
          <a:xfrm>
            <a:off x="1739151" y="643680"/>
            <a:ext cx="206190" cy="97414"/>
          </a:xfrm>
          <a:custGeom>
            <a:avLst/>
            <a:gdLst>
              <a:gd name="connsiteX0" fmla="*/ 62754 w 708212"/>
              <a:gd name="connsiteY0" fmla="*/ 0 h 180636"/>
              <a:gd name="connsiteX1" fmla="*/ 645458 w 708212"/>
              <a:gd name="connsiteY1" fmla="*/ 0 h 180636"/>
              <a:gd name="connsiteX2" fmla="*/ 708212 w 708212"/>
              <a:gd name="connsiteY2" fmla="*/ 23309 h 180636"/>
              <a:gd name="connsiteX3" fmla="*/ 708212 w 708212"/>
              <a:gd name="connsiteY3" fmla="*/ 116540 h 180636"/>
              <a:gd name="connsiteX4" fmla="*/ 645458 w 708212"/>
              <a:gd name="connsiteY4" fmla="*/ 139848 h 180636"/>
              <a:gd name="connsiteX5" fmla="*/ 611243 w 708212"/>
              <a:gd name="connsiteY5" fmla="*/ 139848 h 180636"/>
              <a:gd name="connsiteX6" fmla="*/ 611243 w 708212"/>
              <a:gd name="connsiteY6" fmla="*/ 37126 h 180636"/>
              <a:gd name="connsiteX7" fmla="*/ 428087 w 708212"/>
              <a:gd name="connsiteY7" fmla="*/ 37126 h 180636"/>
              <a:gd name="connsiteX8" fmla="*/ 428087 w 708212"/>
              <a:gd name="connsiteY8" fmla="*/ 73154 h 180636"/>
              <a:gd name="connsiteX9" fmla="*/ 502068 w 708212"/>
              <a:gd name="connsiteY9" fmla="*/ 73154 h 180636"/>
              <a:gd name="connsiteX10" fmla="*/ 354106 w 708212"/>
              <a:gd name="connsiteY10" fmla="*/ 180636 h 180636"/>
              <a:gd name="connsiteX11" fmla="*/ 206143 w 708212"/>
              <a:gd name="connsiteY11" fmla="*/ 73154 h 180636"/>
              <a:gd name="connsiteX12" fmla="*/ 280124 w 708212"/>
              <a:gd name="connsiteY12" fmla="*/ 73154 h 180636"/>
              <a:gd name="connsiteX13" fmla="*/ 280124 w 708212"/>
              <a:gd name="connsiteY13" fmla="*/ 37126 h 180636"/>
              <a:gd name="connsiteX14" fmla="*/ 107576 w 708212"/>
              <a:gd name="connsiteY14" fmla="*/ 37126 h 180636"/>
              <a:gd name="connsiteX15" fmla="*/ 107576 w 708212"/>
              <a:gd name="connsiteY15" fmla="*/ 139848 h 180636"/>
              <a:gd name="connsiteX16" fmla="*/ 62754 w 708212"/>
              <a:gd name="connsiteY16" fmla="*/ 139848 h 180636"/>
              <a:gd name="connsiteX17" fmla="*/ 0 w 708212"/>
              <a:gd name="connsiteY17" fmla="*/ 116540 h 180636"/>
              <a:gd name="connsiteX18" fmla="*/ 0 w 708212"/>
              <a:gd name="connsiteY18" fmla="*/ 23309 h 180636"/>
              <a:gd name="connsiteX19" fmla="*/ 62754 w 708212"/>
              <a:gd name="connsiteY19" fmla="*/ 0 h 180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08212" h="180636">
                <a:moveTo>
                  <a:pt x="62754" y="0"/>
                </a:moveTo>
                <a:lnTo>
                  <a:pt x="645458" y="0"/>
                </a:lnTo>
                <a:cubicBezTo>
                  <a:pt x="680116" y="0"/>
                  <a:pt x="708212" y="10436"/>
                  <a:pt x="708212" y="23309"/>
                </a:cubicBezTo>
                <a:lnTo>
                  <a:pt x="708212" y="116540"/>
                </a:lnTo>
                <a:cubicBezTo>
                  <a:pt x="708212" y="129413"/>
                  <a:pt x="680116" y="139848"/>
                  <a:pt x="645458" y="139848"/>
                </a:cubicBezTo>
                <a:lnTo>
                  <a:pt x="611243" y="139848"/>
                </a:lnTo>
                <a:lnTo>
                  <a:pt x="611243" y="37126"/>
                </a:lnTo>
                <a:lnTo>
                  <a:pt x="428087" y="37126"/>
                </a:lnTo>
                <a:lnTo>
                  <a:pt x="428087" y="73154"/>
                </a:lnTo>
                <a:lnTo>
                  <a:pt x="502068" y="73154"/>
                </a:lnTo>
                <a:lnTo>
                  <a:pt x="354106" y="180636"/>
                </a:lnTo>
                <a:lnTo>
                  <a:pt x="206143" y="73154"/>
                </a:lnTo>
                <a:lnTo>
                  <a:pt x="280124" y="73154"/>
                </a:lnTo>
                <a:lnTo>
                  <a:pt x="280124" y="37126"/>
                </a:lnTo>
                <a:lnTo>
                  <a:pt x="107576" y="37126"/>
                </a:lnTo>
                <a:lnTo>
                  <a:pt x="107576" y="139848"/>
                </a:lnTo>
                <a:lnTo>
                  <a:pt x="62754" y="139848"/>
                </a:lnTo>
                <a:cubicBezTo>
                  <a:pt x="28096" y="139848"/>
                  <a:pt x="0" y="129413"/>
                  <a:pt x="0" y="116540"/>
                </a:cubicBezTo>
                <a:lnTo>
                  <a:pt x="0" y="23309"/>
                </a:lnTo>
                <a:cubicBezTo>
                  <a:pt x="0" y="10436"/>
                  <a:pt x="28096" y="0"/>
                  <a:pt x="62754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6D25162-09DB-BE5A-2AED-08E24A3166FE}"/>
              </a:ext>
            </a:extLst>
          </p:cNvPr>
          <p:cNvSpPr/>
          <p:nvPr/>
        </p:nvSpPr>
        <p:spPr>
          <a:xfrm>
            <a:off x="1945341" y="1203056"/>
            <a:ext cx="3784899" cy="12479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F768D4-6028-11E0-C361-248732A4C8F0}"/>
              </a:ext>
            </a:extLst>
          </p:cNvPr>
          <p:cNvSpPr txBox="1"/>
          <p:nvPr/>
        </p:nvSpPr>
        <p:spPr>
          <a:xfrm>
            <a:off x="1927411" y="895279"/>
            <a:ext cx="799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Sources: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F31AD00-C9A1-BCB3-85AF-8B31CC591A10}"/>
              </a:ext>
            </a:extLst>
          </p:cNvPr>
          <p:cNvSpPr/>
          <p:nvPr/>
        </p:nvSpPr>
        <p:spPr>
          <a:xfrm>
            <a:off x="1945341" y="2758748"/>
            <a:ext cx="3784899" cy="12479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C5CB99-55AE-D794-6F3B-2DD62C815942}"/>
              </a:ext>
            </a:extLst>
          </p:cNvPr>
          <p:cNvSpPr txBox="1"/>
          <p:nvPr/>
        </p:nvSpPr>
        <p:spPr>
          <a:xfrm>
            <a:off x="1927411" y="2450971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Title: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2C881A-A76B-9322-EFD6-45B390704CDB}"/>
              </a:ext>
            </a:extLst>
          </p:cNvPr>
          <p:cNvSpPr/>
          <p:nvPr/>
        </p:nvSpPr>
        <p:spPr>
          <a:xfrm>
            <a:off x="2780593" y="4052672"/>
            <a:ext cx="2187647" cy="3227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C6BEAE-795A-EA9E-BF6F-83FB9F828B8B}"/>
              </a:ext>
            </a:extLst>
          </p:cNvPr>
          <p:cNvSpPr txBox="1"/>
          <p:nvPr/>
        </p:nvSpPr>
        <p:spPr>
          <a:xfrm>
            <a:off x="1927411" y="4067623"/>
            <a:ext cx="853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Location: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B1464CE-4BD8-6EBF-72E6-B98D55304730}"/>
              </a:ext>
            </a:extLst>
          </p:cNvPr>
          <p:cNvSpPr/>
          <p:nvPr/>
        </p:nvSpPr>
        <p:spPr>
          <a:xfrm>
            <a:off x="5077968" y="4052672"/>
            <a:ext cx="652272" cy="315251"/>
          </a:xfrm>
          <a:prstGeom prst="roundRect">
            <a:avLst>
              <a:gd name="adj" fmla="val 7603"/>
            </a:avLst>
          </a:prstGeom>
          <a:solidFill>
            <a:schemeClr val="bg2">
              <a:lumMod val="90000"/>
            </a:scheme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25400" h="1905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CABD263-BD8C-4C72-3594-9CCC7874DD55}"/>
              </a:ext>
            </a:extLst>
          </p:cNvPr>
          <p:cNvSpPr txBox="1"/>
          <p:nvPr/>
        </p:nvSpPr>
        <p:spPr>
          <a:xfrm>
            <a:off x="5051176" y="4060146"/>
            <a:ext cx="7228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Browse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835D52B-2865-9F92-031E-7FF4EB576800}"/>
              </a:ext>
            </a:extLst>
          </p:cNvPr>
          <p:cNvGrpSpPr/>
          <p:nvPr/>
        </p:nvGrpSpPr>
        <p:grpSpPr>
          <a:xfrm>
            <a:off x="3346742" y="4509480"/>
            <a:ext cx="982096" cy="318988"/>
            <a:chOff x="3209365" y="4515086"/>
            <a:chExt cx="982096" cy="318988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9E9F1FFB-A473-F925-6115-2CD63767EDAA}"/>
                </a:ext>
              </a:extLst>
            </p:cNvPr>
            <p:cNvSpPr/>
            <p:nvPr/>
          </p:nvSpPr>
          <p:spPr>
            <a:xfrm>
              <a:off x="3209365" y="4515086"/>
              <a:ext cx="982096" cy="315251"/>
            </a:xfrm>
            <a:prstGeom prst="roundRect">
              <a:avLst>
                <a:gd name="adj" fmla="val 7603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25400" h="19050" prst="relaxedInse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03E8B4-C6C6-912C-A206-4EACC8A3D0D9}"/>
                </a:ext>
              </a:extLst>
            </p:cNvPr>
            <p:cNvSpPr txBox="1"/>
            <p:nvPr/>
          </p:nvSpPr>
          <p:spPr>
            <a:xfrm>
              <a:off x="3228882" y="4526297"/>
              <a:ext cx="9430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Download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552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9888CC3-1662-8E9B-97B3-D9CD0FFA74BE}"/>
              </a:ext>
            </a:extLst>
          </p:cNvPr>
          <p:cNvSpPr/>
          <p:nvPr/>
        </p:nvSpPr>
        <p:spPr>
          <a:xfrm>
            <a:off x="0" y="0"/>
            <a:ext cx="2963869" cy="1400273"/>
          </a:xfrm>
          <a:custGeom>
            <a:avLst/>
            <a:gdLst>
              <a:gd name="connsiteX0" fmla="*/ 62754 w 708212"/>
              <a:gd name="connsiteY0" fmla="*/ 0 h 180636"/>
              <a:gd name="connsiteX1" fmla="*/ 645458 w 708212"/>
              <a:gd name="connsiteY1" fmla="*/ 0 h 180636"/>
              <a:gd name="connsiteX2" fmla="*/ 708212 w 708212"/>
              <a:gd name="connsiteY2" fmla="*/ 23309 h 180636"/>
              <a:gd name="connsiteX3" fmla="*/ 708212 w 708212"/>
              <a:gd name="connsiteY3" fmla="*/ 116540 h 180636"/>
              <a:gd name="connsiteX4" fmla="*/ 645458 w 708212"/>
              <a:gd name="connsiteY4" fmla="*/ 139848 h 180636"/>
              <a:gd name="connsiteX5" fmla="*/ 611243 w 708212"/>
              <a:gd name="connsiteY5" fmla="*/ 139848 h 180636"/>
              <a:gd name="connsiteX6" fmla="*/ 611243 w 708212"/>
              <a:gd name="connsiteY6" fmla="*/ 37126 h 180636"/>
              <a:gd name="connsiteX7" fmla="*/ 428087 w 708212"/>
              <a:gd name="connsiteY7" fmla="*/ 37126 h 180636"/>
              <a:gd name="connsiteX8" fmla="*/ 428087 w 708212"/>
              <a:gd name="connsiteY8" fmla="*/ 73154 h 180636"/>
              <a:gd name="connsiteX9" fmla="*/ 502068 w 708212"/>
              <a:gd name="connsiteY9" fmla="*/ 73154 h 180636"/>
              <a:gd name="connsiteX10" fmla="*/ 354106 w 708212"/>
              <a:gd name="connsiteY10" fmla="*/ 180636 h 180636"/>
              <a:gd name="connsiteX11" fmla="*/ 206143 w 708212"/>
              <a:gd name="connsiteY11" fmla="*/ 73154 h 180636"/>
              <a:gd name="connsiteX12" fmla="*/ 280124 w 708212"/>
              <a:gd name="connsiteY12" fmla="*/ 73154 h 180636"/>
              <a:gd name="connsiteX13" fmla="*/ 280124 w 708212"/>
              <a:gd name="connsiteY13" fmla="*/ 37126 h 180636"/>
              <a:gd name="connsiteX14" fmla="*/ 107576 w 708212"/>
              <a:gd name="connsiteY14" fmla="*/ 37126 h 180636"/>
              <a:gd name="connsiteX15" fmla="*/ 107576 w 708212"/>
              <a:gd name="connsiteY15" fmla="*/ 139848 h 180636"/>
              <a:gd name="connsiteX16" fmla="*/ 62754 w 708212"/>
              <a:gd name="connsiteY16" fmla="*/ 139848 h 180636"/>
              <a:gd name="connsiteX17" fmla="*/ 0 w 708212"/>
              <a:gd name="connsiteY17" fmla="*/ 116540 h 180636"/>
              <a:gd name="connsiteX18" fmla="*/ 0 w 708212"/>
              <a:gd name="connsiteY18" fmla="*/ 23309 h 180636"/>
              <a:gd name="connsiteX19" fmla="*/ 62754 w 708212"/>
              <a:gd name="connsiteY19" fmla="*/ 0 h 180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08212" h="180636">
                <a:moveTo>
                  <a:pt x="62754" y="0"/>
                </a:moveTo>
                <a:lnTo>
                  <a:pt x="645458" y="0"/>
                </a:lnTo>
                <a:cubicBezTo>
                  <a:pt x="680116" y="0"/>
                  <a:pt x="708212" y="10436"/>
                  <a:pt x="708212" y="23309"/>
                </a:cubicBezTo>
                <a:lnTo>
                  <a:pt x="708212" y="116540"/>
                </a:lnTo>
                <a:cubicBezTo>
                  <a:pt x="708212" y="129413"/>
                  <a:pt x="680116" y="139848"/>
                  <a:pt x="645458" y="139848"/>
                </a:cubicBezTo>
                <a:lnTo>
                  <a:pt x="611243" y="139848"/>
                </a:lnTo>
                <a:lnTo>
                  <a:pt x="611243" y="37126"/>
                </a:lnTo>
                <a:lnTo>
                  <a:pt x="428087" y="37126"/>
                </a:lnTo>
                <a:lnTo>
                  <a:pt x="428087" y="73154"/>
                </a:lnTo>
                <a:lnTo>
                  <a:pt x="502068" y="73154"/>
                </a:lnTo>
                <a:lnTo>
                  <a:pt x="354106" y="180636"/>
                </a:lnTo>
                <a:lnTo>
                  <a:pt x="206143" y="73154"/>
                </a:lnTo>
                <a:lnTo>
                  <a:pt x="280124" y="73154"/>
                </a:lnTo>
                <a:lnTo>
                  <a:pt x="280124" y="37126"/>
                </a:lnTo>
                <a:lnTo>
                  <a:pt x="107576" y="37126"/>
                </a:lnTo>
                <a:lnTo>
                  <a:pt x="107576" y="139848"/>
                </a:lnTo>
                <a:lnTo>
                  <a:pt x="62754" y="139848"/>
                </a:lnTo>
                <a:cubicBezTo>
                  <a:pt x="28096" y="139848"/>
                  <a:pt x="0" y="129413"/>
                  <a:pt x="0" y="116540"/>
                </a:cubicBezTo>
                <a:lnTo>
                  <a:pt x="0" y="23309"/>
                </a:lnTo>
                <a:cubicBezTo>
                  <a:pt x="0" y="10436"/>
                  <a:pt x="28096" y="0"/>
                  <a:pt x="62754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346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Bui Nguyen</dc:creator>
  <cp:lastModifiedBy>Bui Nguyen</cp:lastModifiedBy>
  <cp:revision>1</cp:revision>
  <dcterms:created xsi:type="dcterms:W3CDTF">2025-11-26T09:11:54Z</dcterms:created>
  <dcterms:modified xsi:type="dcterms:W3CDTF">2025-11-26T09:12:09Z</dcterms:modified>
</cp:coreProperties>
</file>